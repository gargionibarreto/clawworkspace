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GUDAY</a:t>
            </a:r>
          </a:p>
          <a:p>
            <a:pPr algn="ctr">
              <a:defRPr sz="2800">
                <a:solidFill>
                  <a:srgbClr val="FFD700"/>
                </a:solidFill>
              </a:defRPr>
            </a:pPr>
            <a:r>
              <a:t>Have a gummy, have a good 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DELICIOUS SUPPLEMENTS.</a:t>
            </a:r>
            <a:br/>
            <a:r>
              <a:t>SIMPLE AS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WE CAME TO REVOLUTIONIZE THE MARKET,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TRANSFORMING SUPPLEMENTATION INTO SOMETHING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PRACTICAL, TASTY, AND FUN.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Forget traditional supplements – we are colorful,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energetic, and made for real life (and digital life).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With explosive growth, we've won over 500,000+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customers in just a few months.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THE FUTURE OF NUTRITION HAS ARRIVED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AND IT TASTES LIKE GUDAY!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WE CONNECT WITH THOSE WHO MOVE THE MARKET!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65%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FEMALE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523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89%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AGE 18-34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GEN Z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+ MILLENNIAL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171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100%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WELLNESS-DRIVEN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DIGITAL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GEN Z FAVORITE BRAND (AND FEED FAVORITE!)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+175K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INSTAGRAM FOLLOWERS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523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+16K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TIKTOK FOLLOWERS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+1,500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MICRO-INFLUENCERS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171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+25MM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MONTHLY REACH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BRAND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ALSO KNOWN AS</a:t>
            </a:r>
            <a:br/>
            <a:r>
              <a:t>MANU CIT'S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With 3.3 million engaged followers, Manu Cit isn't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just an influencer – she's the gateway for brands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to reach the health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Her authenticity and fitness expertise turn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trends into movements.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WHEN MANU SPEAKS, THE AUDIENCE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LISTENS, TRIES, AND REPEATS.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At GUDAY, we channel this power to create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supplements that speak the modern consumer's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language – where nutritional science meets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viral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D700"/>
                </a:solidFill>
              </a:defRPr>
            </a:pPr>
            <a:r>
              <a:t>1.6M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INSTAGRAM</a:t>
            </a:r>
          </a:p>
          <a:p>
            <a:pPr>
              <a:spcAft>
                <a:spcPts val="2000"/>
              </a:spcAft>
            </a:pPr>
          </a:p>
          <a:p>
            <a:pPr>
              <a:defRPr sz="4800" b="1">
                <a:solidFill>
                  <a:srgbClr val="FFD700"/>
                </a:solidFill>
              </a:defRPr>
            </a:pPr>
            <a:r>
              <a:t>1.7M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TIKTOK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IN THE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MASSIVE REACH + AUTHENTIC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Top fitness influencer partnerships in Brazil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Featured in major wellness publications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Viral campaigns with millions of views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Authentic content that resonates with Gen 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OFFLINE ACTIVATIONS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FIRST GEN Z</a:t>
            </a:r>
            <a:br/>
            <a:r>
              <a:t>RUNNING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GUUD RUN transforms exercise into a shared experience: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Post-run festival: DJ, digital challenges &amp; connection area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Gamified journey from warm-up to finish line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Instagrammable settings &amp; community meetups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First edition in São Paulo gathered 5,000+ participants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EDITIONS HELD: +5 Brazilian capital cities in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OFFLINE ACTIVATIONS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PHYSICAL EVENTS</a:t>
            </a:r>
            <a:br/>
            <a:r>
              <a:t>EVERY MONTH A NEW OPPORTUNITY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Convert influencers into ambassadors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Expand brand awareness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Generate organic buzz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Produce authentic content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Warm up the market for launches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COMMUNITY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PROMOTION THROUGH THE GUDAY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1,500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AMBASSADORS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523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50MM+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COMBINED FOLLOWERS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30+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MONTHLY SEEDINGS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171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TOP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ORGANIC REACH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GUDAY AT NATURAL TECH</a:t>
            </a:r>
            <a:br/>
            <a:r>
              <a:t>THE MOST VIRAL BOOTH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Focused on Generation Z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Highest visitor traffic among all brands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Fully interactive Oakberry experience inside the booth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Created massive social media buzz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Established GUDAY as industry innovator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PRESENT IN +5K STORES</a:t>
            </a:r>
            <a:br/>
            <a:r>
              <a:t>EARLY ENTRY INTO MAJOR RETAIL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+5K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CURRENT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523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+10K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2025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R$80M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REVENUE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171" y="2743200"/>
            <a:ext cx="2636443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TOP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RETAIL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TIKTOK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AMONG THE FIRST BRAZILIAN</a:t>
            </a:r>
            <a:br/>
            <a:r>
              <a:t>BRANDS ON TIKTOK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#1 BRAND IN SALES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Already in the platform's first month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MICRO-INFLUENCER STRATEGY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More than 20,000 videos per month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FIRST MOVER ADVANTAGE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Establishing dominance in social commerce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PARTNERSHIP THAT</a:t>
            </a:r>
            <a:br/>
            <a:r>
              <a:t>SPOKE GEN Z'S LANGUAGE</a:t>
            </a:r>
          </a:p>
          <a:p>
            <a:pPr algn="ctr">
              <a:defRPr sz="2800">
                <a:solidFill>
                  <a:srgbClr val="FFD700"/>
                </a:solidFill>
              </a:defRPr>
            </a:pPr>
            <a:r>
              <a:t>COLLAB CASE STUDY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700"/>
                </a:solidFill>
              </a:defRPr>
            </a:pPr>
            <a:r>
              <a:t>GUDAY • COLLAB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 STRATEGIC COLLAB!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Aligned brand values and target audience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Cross-promotion across all channels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Limited edition products that sold out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Massive social media engagement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Created FOMO and brand desire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LET'S BUILD SOMETHING</a:t>
            </a:r>
          </a:p>
          <a:p>
            <a:pPr algn="ctr">
              <a:defRPr sz="5400" b="1">
                <a:solidFill>
                  <a:srgbClr val="FFD700"/>
                </a:solidFill>
              </a:defRPr>
            </a:pPr>
            <a:r>
              <a:t>AMAZING TOGETHER</a:t>
            </a:r>
          </a:p>
          <a:p/>
          <a:p>
            <a:pPr algn="ctr">
              <a:defRPr sz="1800">
                <a:solidFill>
                  <a:srgbClr val="FFFFFF"/>
                </a:solidFill>
              </a:defRPr>
            </a:pPr>
            <a:r>
              <a:t>NOVEMBER •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